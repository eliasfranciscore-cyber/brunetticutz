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promesa es concreta y verificable: hoy publican. Decila en los primeros 10 segundos.
Es un contrato, no un eslogan: si al final del día alguien no publicó, fallaste tú.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entregables, no cuatro temas. Que quede claro que el día se mide por lo que sale, no por lo que se escuchó.
Chequea el kit ahora: los que no tengan CapCut lo bajan en este minuto.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Marca el bloque 02: es el único donde no hablas tú y es el que hace posible todo lo demás.
Si el día se atrasa, lo que se recorta es teoría — nunca el rodaje ni la publicación.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Arranca con la pregunta: '¿cuánto tardas en grabar un video?' Después: '¿y si supieras en dos minutos si vale la pena?'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la slide: 'saquen el teléfono, abran su último video, pónganlo en silencio'.
Recorre los 4 rápido: el ejercicio viene enseguida y ahí se profundiza.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Escribe todo en la pizarra y déjalo visible el resto del día. Es el banco de ideas del grupo.
Si la sala está fría, empieza tú con un ejemplo tuyo — pero uno solo, después cállate.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Lee cada criterio como una pregunta de sí/no que puntúan del 0 al 10.
No expliques demasiado: el ejercicio siguiente lo enseña mejor que tú.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de decisión. Es la tabla que se van a llevar en la cabeza.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Elige una idea mala a propósito para la tercera. Ver una idea subir de 4.5 a 8.0 con dos cambios enseña más que ver tres ideas buenas.
Cierra con la predicción: '¿cuál de las 3 creen que va a funcionar mejor?' Votan. Se revisa en el grupo de WhatsApp.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Presentas al invitado EN VOZ. Dices qué va a mostrar y te corres del medio.
Deja la próxima slide proyectada durante todo su bloque: es el reparto de planos.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Reparte los planos antes de que empiece. Nombralos uno por uno señalando a quién le toca.
Insiste en vertical 9:16 aunque el plano parezca pedir horizontal: es el error más común.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Tú también grabas: eres el ejemplo. Y circula por la sala para corregir encuadres.
El error que más vas a ver: horizontal, y grabar una sola toma larga en vez de muchas cortas.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'Esta es la slide que van a querer fotografiar. Les doy cinco segundos.'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Anuncia que es la slide para fotografiar y dales 5 segundos reales.
Después mapea los clips que acaban de grabar contra las 4 partes: ¿cuál es tu hook? ¿tienes reveal para el valor?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preguntas respondidas en orden = un video viral. Es el framework más accionable del día después de la calculadora.
Que escriban las 5 de su idea ahora mismo, en el margen de la hoja.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abrir CapCut: la regla del paso 1. Solo lo mejor entra al timeline. La mayoría importa todo y después no puede decidir.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paso 1 es el que todos se saltan y el que más importa.
Si alguien pregunta por equipo: teléfono (ya lo tiene), micrófono ~$50 USD, trípode ~$20–50 USD. Nada más.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Circula por la sala. La corrección más frecuente: el hook es demasiado largo. Si a los 3 segundos no pasó nada, se corta.
Los que terminan antes ayudan a los que van atrasados: eso arma la comunidad.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Acá se para el taller 2 minutos y TODOS arreglan la bio, con el teléfono en la mano.
Es la acción de mayor impacto por minuto de todo el día. No la dejes como tarea.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publiquen EN LA SALA, no después. El que sale por la puerta sin publicar, no publica.
Mientras suben, anda anotando quién publicó — sirve para el seguimiento en el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uno completa la frase en voz alta. Uno por uno, rápido, sin comentarios.
Después la foto grupal — que la saquen ellos también.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bruno-present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94015" y="0"/>
            <a:ext cx="429768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66928" y="868680"/>
            <a:ext cx="182880" cy="182880"/>
          </a:xfrm>
          <a:prstGeom prst="ellipse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877824" y="822960"/>
            <a:ext cx="644926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DE BARBEROS · 6 HORAS</a:t>
            </a:r>
            <a:endParaRPr lang="en-US" sz="1150" dirty="0"/>
          </a:p>
        </p:txBody>
      </p:sp>
      <p:sp>
        <p:nvSpPr>
          <p:cNvPr id="5" name="Text 2"/>
          <p:cNvSpPr txBox="1"/>
          <p:nvPr/>
        </p:nvSpPr>
        <p:spPr>
          <a:xfrm>
            <a:off x="566928" y="2468880"/>
            <a:ext cx="6760159" cy="150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12"/>
              </a:lnSpc>
              <a:buNone/>
            </a:pPr>
            <a:r>
              <a:rPr lang="en-US" sz="5200" b="1" spc="-90" kern="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 no te vas</a:t>
            </a:r>
            <a:endParaRPr lang="en-US" sz="5200" dirty="0"/>
          </a:p>
          <a:p>
            <a:pPr algn="l" indent="0" marL="0">
              <a:lnSpc>
                <a:spcPts val="5512"/>
              </a:lnSpc>
              <a:buNone/>
            </a:pPr>
            <a:r>
              <a:rPr lang="en-US" sz="5200" b="1" spc="-90" kern="0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publicar.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566928" y="3977640"/>
            <a:ext cx="676015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segundos: el taller donde grabas, editas y publicas el mismo día.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66928" y="5623560"/>
            <a:ext cx="6760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Herrera · Brunetticutz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5943600"/>
            <a:ext cx="6760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140" kern="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Idea  ·  Set  ·  Estructura  ·  Edición  ·  Destino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REGLA DEL DÍA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88720"/>
            <a:ext cx="11057839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6"/>
              </a:lnSpc>
              <a:buNone/>
            </a:pPr>
            <a:r>
              <a:rPr lang="en-US" sz="3600" b="1" spc="-9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Esto no es una charla.</a:t>
            </a:r>
            <a:endParaRPr lang="en-US" sz="3600" dirty="0"/>
          </a:p>
          <a:p>
            <a:pPr algn="l" indent="0" marL="0">
              <a:lnSpc>
                <a:spcPts val="3816"/>
              </a:lnSpc>
              <a:buNone/>
            </a:pPr>
            <a:r>
              <a:rPr lang="en-US" sz="3600" b="1" spc="-90" kern="0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un set de grabación.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6928" y="2743200"/>
            <a:ext cx="2593010" cy="178308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3017520"/>
            <a:ext cx="20443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idea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584448"/>
            <a:ext cx="20443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puntuada con la calculadora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88538" y="2743200"/>
            <a:ext cx="2593010" cy="178308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62858" y="3017520"/>
            <a:ext cx="20443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rodaje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662858" y="3584448"/>
            <a:ext cx="20443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el corte en vivo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10148" y="2743200"/>
            <a:ext cx="2593010" cy="178308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84468" y="3017520"/>
            <a:ext cx="20443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edición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84468" y="3584448"/>
            <a:ext cx="20443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15 segundos en CapCut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031757" y="2743200"/>
            <a:ext cx="2593010" cy="1783080"/>
          </a:xfrm>
          <a:prstGeom prst="rect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06077" y="3017520"/>
            <a:ext cx="204437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publicación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9306077" y="3584448"/>
            <a:ext cx="204437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FFE9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hoy, en las tres plataformas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502920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de batalla: celular cargado, memoria libre, CapCut instalado. Si te falta algo, resuélvelo ahora.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SEGUNDOS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DÍA, HORA POR HORA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horas · casi la mitad es práctica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66928" y="1298448"/>
            <a:ext cx="11057839" cy="50292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2984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0:00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938528" y="1298448"/>
            <a:ext cx="4976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-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Café y alianzas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317004" y="1298448"/>
            <a:ext cx="50334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de la sala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1874520"/>
            <a:ext cx="11057839" cy="50292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41248" y="187452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0:30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38528" y="1874520"/>
            <a:ext cx="4976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-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01 · La idea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317004" y="1874520"/>
            <a:ext cx="50334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+ calculadora + 2 ejercicios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450592"/>
            <a:ext cx="11057839" cy="50292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245059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1:50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938528" y="2450592"/>
            <a:ext cx="4976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-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317004" y="2450592"/>
            <a:ext cx="50334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026664"/>
            <a:ext cx="11057839" cy="502920"/>
          </a:xfrm>
          <a:prstGeom prst="rect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026664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2:05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938528" y="3026664"/>
            <a:ext cx="4976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02 · El set</a:t>
            </a:r>
            <a:endParaRPr lang="en-US" sz="1650" dirty="0"/>
          </a:p>
        </p:txBody>
      </p:sp>
      <p:sp>
        <p:nvSpPr>
          <p:cNvPr id="19" name="Text 17"/>
          <p:cNvSpPr txBox="1"/>
          <p:nvPr/>
        </p:nvSpPr>
        <p:spPr>
          <a:xfrm>
            <a:off x="6317004" y="3026664"/>
            <a:ext cx="50334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E9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en vivo. Y la sala graba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3602736"/>
            <a:ext cx="11057839" cy="50292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3602736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3:05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938528" y="3602736"/>
            <a:ext cx="4976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-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Almuerzo</a:t>
            </a:r>
            <a:endParaRPr lang="en-US" sz="1650" dirty="0"/>
          </a:p>
        </p:txBody>
      </p:sp>
      <p:sp>
        <p:nvSpPr>
          <p:cNvPr id="23" name="Text 21"/>
          <p:cNvSpPr txBox="1"/>
          <p:nvPr/>
        </p:nvSpPr>
        <p:spPr>
          <a:xfrm>
            <a:off x="6317004" y="3602736"/>
            <a:ext cx="50334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178808"/>
            <a:ext cx="11057839" cy="50292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1248" y="41788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3:45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938528" y="4178808"/>
            <a:ext cx="4976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-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03 y 04 · Estructura y edición</a:t>
            </a:r>
            <a:endParaRPr lang="en-US" sz="1650" dirty="0"/>
          </a:p>
        </p:txBody>
      </p:sp>
      <p:sp>
        <p:nvSpPr>
          <p:cNvPr id="27" name="Text 25"/>
          <p:cNvSpPr txBox="1"/>
          <p:nvPr/>
        </p:nvSpPr>
        <p:spPr>
          <a:xfrm>
            <a:off x="6317004" y="4178808"/>
            <a:ext cx="50334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Guion + sprint en CapCut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4754880"/>
            <a:ext cx="11057839" cy="50292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" y="47548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5:15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938528" y="4754880"/>
            <a:ext cx="4976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-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Bloque 05 · El destino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6317004" y="4754880"/>
            <a:ext cx="50334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Bio, WhatsApp y publicación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66928" y="5330952"/>
            <a:ext cx="11057839" cy="502920"/>
          </a:xfrm>
          <a:prstGeom prst="rect">
            <a:avLst/>
          </a:prstGeom>
          <a:solidFill>
            <a:srgbClr val="FAFAF8"/>
          </a:solidFill>
          <a:ln w="12700">
            <a:solidFill>
              <a:srgbClr val="FAFAF8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1248" y="5330952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5:45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1938528" y="5330952"/>
            <a:ext cx="4976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spc="-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Concurso y cierre</a:t>
            </a:r>
            <a:endParaRPr lang="en-US" sz="1650" dirty="0"/>
          </a:p>
        </p:txBody>
      </p:sp>
      <p:sp>
        <p:nvSpPr>
          <p:cNvPr id="35" name="Text 33"/>
          <p:cNvSpPr txBox="1"/>
          <p:nvPr/>
        </p:nvSpPr>
        <p:spPr>
          <a:xfrm>
            <a:off x="6317004" y="5330952"/>
            <a:ext cx="503344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compromiso del lunes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SEGUNDOS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85800"/>
            <a:ext cx="201168" cy="201168"/>
          </a:xfrm>
          <a:prstGeom prst="ellipse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96112" y="640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01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377440"/>
            <a:ext cx="11057839" cy="1786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600" b="1" spc="-90" kern="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endParaRPr lang="en-US" sz="6600" dirty="0"/>
          </a:p>
          <a:p>
            <a:pPr algn="l" indent="0" marL="0">
              <a:lnSpc>
                <a:spcPts val="6600"/>
              </a:lnSpc>
              <a:buNone/>
            </a:pPr>
            <a:r>
              <a:rPr lang="en-US" sz="6600" b="1" spc="-90" kern="0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idea.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5394960"/>
            <a:ext cx="79616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dónde sale un video que funciona. Y cómo saber si vale la pena grabarlo antes de gastar media hora.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01 · EL HOOK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primer segundo lo es todo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3000" b="1" spc="-9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no se entiende sin audio,</a:t>
            </a:r>
            <a:endParaRPr lang="en-US" sz="3000" dirty="0"/>
          </a:p>
          <a:p>
            <a:pPr algn="l" indent="0" marL="0">
              <a:lnSpc>
                <a:spcPts val="3180"/>
              </a:lnSpc>
              <a:buNone/>
            </a:pPr>
            <a:r>
              <a:rPr lang="en-US" sz="3000" b="1" spc="-90" kern="0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video ya murió.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5391760" cy="1335024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441448"/>
            <a:ext cx="48065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868168"/>
            <a:ext cx="480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Dolor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435096"/>
            <a:ext cx="4806544" cy="-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antes / después que se entiende sin palabras.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33008" y="2148840"/>
            <a:ext cx="5391760" cy="1335024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25616" y="2441448"/>
            <a:ext cx="48065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25616" y="2868168"/>
            <a:ext cx="480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Curiosidad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6525616" y="3435096"/>
            <a:ext cx="4806544" cy="-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promesa abierta que obliga a seguir mirando.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685032"/>
            <a:ext cx="5391760" cy="1335024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59536" y="3977640"/>
            <a:ext cx="48065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59536" y="4404360"/>
            <a:ext cx="480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Personalidad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59536" y="4971288"/>
            <a:ext cx="4806544" cy="-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Emoción real: la reacción del cliente en el espejo.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3685032"/>
            <a:ext cx="5391760" cy="1335024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25616" y="3977640"/>
            <a:ext cx="480654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525616" y="4404360"/>
            <a:ext cx="48065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en-US" sz="21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Referencia viral</a:t>
            </a:r>
            <a:endParaRPr lang="en-US" sz="2100" dirty="0"/>
          </a:p>
        </p:txBody>
      </p:sp>
      <p:sp>
        <p:nvSpPr>
          <p:cNvPr id="20" name="Text 18"/>
          <p:cNvSpPr txBox="1"/>
          <p:nvPr/>
        </p:nvSpPr>
        <p:spPr>
          <a:xfrm>
            <a:off x="6525616" y="4971288"/>
            <a:ext cx="4806544" cy="-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8"/>
              </a:lnSpc>
              <a:buNone/>
            </a:pPr>
            <a:r>
              <a:rPr lang="en-US" sz="13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sonido o trend que la gente ya reconoce.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3492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80% ve el primer segundo en silencio. Ese es todo el examen.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SEGUNDOS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73736" cy="173736"/>
          </a:xfrm>
          <a:prstGeom prst="ellipse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01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24367" y="3291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minutos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143000"/>
            <a:ext cx="11057839" cy="11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Tus 3 hooks</a:t>
            </a:r>
            <a:endParaRPr lang="en-US" sz="4000" dirty="0"/>
          </a:p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F08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dolor.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66928" y="2971800"/>
            <a:ext cx="3515258" cy="18288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¿Cuál es el problema visual más común que ves en tus clientes? Cada uno dice UNO en voz alta.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38218" y="2971800"/>
            <a:ext cx="3515258" cy="18288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253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Categorizamos la lista en la pizarra: ¿dolor, curiosidad o personalidad?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09509" y="2971800"/>
            <a:ext cx="3515258" cy="18288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3829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3829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se queda con SUS tres. Ese es tu banco de hooks del mes.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166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QUEDA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755648" y="5166360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hooks escritos, propios, listos para grabar.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01 · LA CALCULADORA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Puntúa cada uno 0 – 10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¿Vale la pena grabar este video?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533546" cy="1417320"/>
          </a:xfrm>
          <a:prstGeom prst="rect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2148840"/>
            <a:ext cx="298490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2636520"/>
            <a:ext cx="2984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¿Niño de 5 años?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203448"/>
            <a:ext cx="2984906" cy="-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FFE9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entiende sin audio.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29074" y="1874520"/>
            <a:ext cx="3533546" cy="141732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03394" y="2148840"/>
            <a:ext cx="298490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4603394" y="2636520"/>
            <a:ext cx="2984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¿50 de 100?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4603394" y="3203448"/>
            <a:ext cx="2984906" cy="-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interesa a la mitad.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091221" y="1874520"/>
            <a:ext cx="3533546" cy="141732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5541" y="2148840"/>
            <a:ext cx="298490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365541" y="2636520"/>
            <a:ext cx="2984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¿Referencia viral?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8365541" y="3203448"/>
            <a:ext cx="2984906" cy="-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algo que ya funcionó.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" y="3447288"/>
            <a:ext cx="3533546" cy="141732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41248" y="3721608"/>
            <a:ext cx="298490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41248" y="4209288"/>
            <a:ext cx="2984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¿Mercado viral?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776216"/>
            <a:ext cx="2984906" cy="-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la demanda.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29074" y="3447288"/>
            <a:ext cx="3533546" cy="141732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03394" y="3721608"/>
            <a:ext cx="298490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4603394" y="4209288"/>
            <a:ext cx="2984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¿Es tendencia?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4603394" y="4776216"/>
            <a:ext cx="2984906" cy="-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del momento.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91221" y="3447288"/>
            <a:ext cx="3533546" cy="141732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65541" y="3721608"/>
            <a:ext cx="298490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8365541" y="4209288"/>
            <a:ext cx="29849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sz="19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¿Controversia?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8365541" y="4776216"/>
            <a:ext cx="2984906" cy="-185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debate.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66928" y="516636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promedio es la nota. El 01 es el más importante y el que más falla: si no se entiende mudo, el resto no importa.</a:t>
            </a:r>
            <a:endParaRPr lang="en-US" sz="14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SEGUNDOS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01 · LA DECISIÓN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Cómo se lee el puntaje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11057839" cy="749808"/>
          </a:xfrm>
          <a:prstGeom prst="rect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65960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8.0 – 10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3310128" y="1965960"/>
            <a:ext cx="49760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Graba ahora.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515807" y="1965960"/>
            <a:ext cx="2798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E9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Probablemente viral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" y="2862072"/>
            <a:ext cx="11057839" cy="749808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96112" y="2862072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-8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 – 7.9</a:t>
            </a:r>
            <a:endParaRPr lang="en-US" sz="2900" dirty="0"/>
          </a:p>
        </p:txBody>
      </p:sp>
      <p:sp>
        <p:nvSpPr>
          <p:cNvPr id="10" name="Text 8"/>
          <p:cNvSpPr txBox="1"/>
          <p:nvPr/>
        </p:nvSpPr>
        <p:spPr>
          <a:xfrm>
            <a:off x="3310128" y="2862072"/>
            <a:ext cx="49760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Buen contenido.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8515807" y="2862072"/>
            <a:ext cx="2798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seguro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3758184"/>
            <a:ext cx="11057839" cy="749808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3758184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-8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4.0 – 5.9</a:t>
            </a:r>
            <a:endParaRPr lang="en-US" sz="2900" dirty="0"/>
          </a:p>
        </p:txBody>
      </p:sp>
      <p:sp>
        <p:nvSpPr>
          <p:cNvPr id="14" name="Text 12"/>
          <p:cNvSpPr txBox="1"/>
          <p:nvPr/>
        </p:nvSpPr>
        <p:spPr>
          <a:xfrm>
            <a:off x="3310128" y="3758184"/>
            <a:ext cx="49760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Rediseña la idea.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515807" y="3758184"/>
            <a:ext cx="2798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Necesita mejora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4654296"/>
            <a:ext cx="11057839" cy="749808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6112" y="4654296"/>
            <a:ext cx="2286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spc="-80" kern="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4.0</a:t>
            </a:r>
            <a:endParaRPr lang="en-US" sz="2900" dirty="0"/>
          </a:p>
        </p:txBody>
      </p:sp>
      <p:sp>
        <p:nvSpPr>
          <p:cNvPr id="18" name="Text 16"/>
          <p:cNvSpPr txBox="1"/>
          <p:nvPr/>
        </p:nvSpPr>
        <p:spPr>
          <a:xfrm>
            <a:off x="3310128" y="4654296"/>
            <a:ext cx="49760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Vuelve a empezar.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8515807" y="4654296"/>
            <a:ext cx="27980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está listo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562356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idea de 5.0 llega a 8.0 en dos minutos de conversación. Por eso se puntúa ANTES, no después.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SEGUNDOS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73736" cy="173736"/>
          </a:xfrm>
          <a:prstGeom prst="ellipse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02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24367" y="3291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minutos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143000"/>
            <a:ext cx="11057839" cy="11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Puntúa tu idea</a:t>
            </a:r>
            <a:endParaRPr lang="en-US" sz="4000" dirty="0"/>
          </a:p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F08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vivo.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66928" y="2971800"/>
            <a:ext cx="3515258" cy="18288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Tomamos 3 ideas del grupo. Las evaluamos juntos, criterio por criterio, a mano alzada.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38218" y="2971800"/>
            <a:ext cx="3515258" cy="18288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253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Sacamos el promedio en la pizarra y decidimos: ¿se graba, se rediseña o se descarta?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09509" y="2971800"/>
            <a:ext cx="3515258" cy="18288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3829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3829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puntúa la suya en silencio. Solo se graba lo que llega a 8.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166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QUEDA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755648" y="5166360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idea propia con nota ≥ 8, lista para el rodaje.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85800"/>
            <a:ext cx="201168" cy="201168"/>
          </a:xfrm>
          <a:prstGeom prst="ellipse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96112" y="640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02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377440"/>
            <a:ext cx="11057839" cy="1786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600" b="1" spc="-90" kern="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</a:t>
            </a:r>
            <a:endParaRPr lang="en-US" sz="6600" dirty="0"/>
          </a:p>
          <a:p>
            <a:pPr algn="l" indent="0" marL="0">
              <a:lnSpc>
                <a:spcPts val="6600"/>
              </a:lnSpc>
              <a:buNone/>
            </a:pPr>
            <a:r>
              <a:rPr lang="en-US" sz="6600" b="1" spc="-90" kern="0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set.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5394960"/>
            <a:ext cx="79616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Invitado especial. Corte en vivo. Guarden las libretas: esto no se mira, esto se graba.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02 · EL REPARTO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Vertical 9:16 · tomas cortas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13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80"/>
              </a:lnSpc>
              <a:buNone/>
            </a:pPr>
            <a:r>
              <a:rPr lang="en-US" sz="3000" b="1" spc="-9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uno tiene un plano asignado.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663876" cy="1170432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6384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Cenital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arriba · contexto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5221" y="1874520"/>
            <a:ext cx="2663876" cy="1170432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84677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84677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84677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Close-up · transformación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63513" y="1874520"/>
            <a:ext cx="2663876" cy="1170432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82969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382969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82969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abierto · profesionalismo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961806" y="1874520"/>
            <a:ext cx="2663876" cy="1170432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81262" y="209397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81262" y="245973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Punto de vista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81262" y="302666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que ve el cliente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3200400"/>
            <a:ext cx="2663876" cy="1170432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86384" y="341985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86384" y="378561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Eye level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86384" y="435254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los ojos · conexión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65221" y="3200400"/>
            <a:ext cx="2663876" cy="1170432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84677" y="341985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3584677" y="378561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Contrapicado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584677" y="435254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abajo · engrandecer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63513" y="3200400"/>
            <a:ext cx="2663876" cy="1170432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82969" y="3419856"/>
            <a:ext cx="22249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382969" y="3785616"/>
            <a:ext cx="22249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spc="-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Picado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82969" y="4352544"/>
            <a:ext cx="2224964" cy="-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8"/>
              </a:lnSpc>
              <a:buNone/>
            </a:pPr>
            <a:r>
              <a:rPr lang="en-US" sz="115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Desde arriba · dramatismo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961806" y="3200400"/>
            <a:ext cx="2663876" cy="1170432"/>
          </a:xfrm>
          <a:prstGeom prst="rect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181262" y="3401568"/>
            <a:ext cx="22249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6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SILENCIO DE CÁMARA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9181262" y="3703320"/>
            <a:ext cx="22249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FFE9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primer pase de máquina y el reveal en el espejo. Esos dos viralizan.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566928" y="48920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plano es obligatorio; el resto es libre. Muchas tomas cortas, nunca una sola larga.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SEGUNDOS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73736" cy="173736"/>
          </a:xfrm>
          <a:prstGeom prst="ellipse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03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24367" y="3291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minutos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143000"/>
            <a:ext cx="11057839" cy="11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Graba el</a:t>
            </a:r>
            <a:endParaRPr lang="en-US" sz="4000" dirty="0"/>
          </a:p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F08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corte en vivo.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66928" y="2971800"/>
            <a:ext cx="3515258" cy="18288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 plano asignado, primero. Después grabas libre todo lo que quieras.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38218" y="2971800"/>
            <a:ext cx="3515258" cy="18288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253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Silencio de cámara en el primer pase de máquina y en el reveal del espejo.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09509" y="2971800"/>
            <a:ext cx="3515258" cy="18288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3829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3829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terminar: 3 minutos de revisión. Marca tus 3 mejores clips antes de que se enfríe.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166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QUEDA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755648" y="5166360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real, tuyo, grabado hoy. Con esto se edita.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85800"/>
            <a:ext cx="201168" cy="201168"/>
          </a:xfrm>
          <a:prstGeom prst="ellipse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96112" y="640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03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377440"/>
            <a:ext cx="11057839" cy="1786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600" b="1" spc="-90" kern="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endParaRPr lang="en-US" sz="6600" dirty="0"/>
          </a:p>
          <a:p>
            <a:pPr algn="l" indent="0" marL="0">
              <a:lnSpc>
                <a:spcPts val="6600"/>
              </a:lnSpc>
              <a:buNone/>
            </a:pPr>
            <a:r>
              <a:rPr lang="en-US" sz="6600" b="1" spc="-90" kern="0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estructura.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5394960"/>
            <a:ext cx="79616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Quince segundos, cuatro partes. Ya tienes el material: ahora hay que darle forma.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03 · ANATOMÍA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segundos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Cuatro partes, quince segundos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2211568" cy="29260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21408"/>
            <a:ext cx="173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F08A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– 3 s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42032"/>
            <a:ext cx="173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154680"/>
            <a:ext cx="173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Detiene el scroll. Sin audio.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78496" y="1874520"/>
            <a:ext cx="2457298" cy="292608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016240" y="2121408"/>
            <a:ext cx="19818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– 5 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3016240" y="2542032"/>
            <a:ext cx="198181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Foreshadow</a:t>
            </a:r>
            <a:endParaRPr lang="en-US" sz="2500" dirty="0"/>
          </a:p>
        </p:txBody>
      </p:sp>
      <p:sp>
        <p:nvSpPr>
          <p:cNvPr id="12" name="Text 10"/>
          <p:cNvSpPr txBox="1"/>
          <p:nvPr/>
        </p:nvSpPr>
        <p:spPr>
          <a:xfrm>
            <a:off x="3016240" y="3154680"/>
            <a:ext cx="19818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C3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 intriga. FOMO.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35793" y="1874520"/>
            <a:ext cx="4177406" cy="2926080"/>
          </a:xfrm>
          <a:prstGeom prst="rect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73537" y="2121408"/>
            <a:ext cx="37019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FFE9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– 12 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73537" y="2542032"/>
            <a:ext cx="37019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</a:t>
            </a:r>
            <a:endParaRPr lang="en-US" sz="2500" dirty="0"/>
          </a:p>
        </p:txBody>
      </p:sp>
      <p:sp>
        <p:nvSpPr>
          <p:cNvPr id="16" name="Text 14"/>
          <p:cNvSpPr txBox="1"/>
          <p:nvPr/>
        </p:nvSpPr>
        <p:spPr>
          <a:xfrm>
            <a:off x="5473537" y="3154680"/>
            <a:ext cx="370191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FFE9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Entretienes, educas o inspiras.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413199" y="1874520"/>
            <a:ext cx="2211568" cy="29260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50943" y="2121408"/>
            <a:ext cx="173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F08A8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– 15 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9650943" y="2542032"/>
            <a:ext cx="173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CTA</a:t>
            </a:r>
            <a:endParaRPr lang="en-US" sz="2500" dirty="0"/>
          </a:p>
        </p:txBody>
      </p:sp>
      <p:sp>
        <p:nvSpPr>
          <p:cNvPr id="20" name="Text 18"/>
          <p:cNvSpPr txBox="1"/>
          <p:nvPr/>
        </p:nvSpPr>
        <p:spPr>
          <a:xfrm>
            <a:off x="9650943" y="3154680"/>
            <a:ext cx="173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Claridad, urgencia, escasez.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1206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Quita una parte y el video se cae. El que más se saltan es el foreshadow.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SEGUNDOS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03 · GUIONIZACIÓN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143000"/>
            <a:ext cx="11057839" cy="102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en-US" sz="3400" b="1" spc="-9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saltas una pregunta,</a:t>
            </a:r>
            <a:endParaRPr lang="en-US" sz="3400" dirty="0"/>
          </a:p>
          <a:p>
            <a:pPr algn="l" indent="0" marL="0">
              <a:lnSpc>
                <a:spcPts val="3604"/>
              </a:lnSpc>
              <a:buNone/>
            </a:pPr>
            <a:r>
              <a:rPr lang="en-US" sz="3400" b="1" spc="-90" kern="0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video muere.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286000"/>
            <a:ext cx="46442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Escribe las 5 preguntas que se va a hacer tu audiencia y respondelas EN ORDEN, antes de que las piensen.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764112" y="1234440"/>
            <a:ext cx="5860655" cy="91440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020144" y="134416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678512" y="1344168"/>
            <a:ext cx="4671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PLANTEA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678512" y="1655064"/>
            <a:ext cx="467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“¿Vale la pena gastar 10x más?”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678512" y="1892808"/>
            <a:ext cx="4671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 intriga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64112" y="2286000"/>
            <a:ext cx="5860655" cy="914400"/>
          </a:xfrm>
          <a:prstGeom prst="rect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20144" y="239572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678512" y="2395728"/>
            <a:ext cx="4671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PRIMICIA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78512" y="2706624"/>
            <a:ext cx="467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“Sorpresa: no.”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678512" y="2944368"/>
            <a:ext cx="4671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E9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Invierte la expectativa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64112" y="3337560"/>
            <a:ext cx="5860655" cy="91440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20144" y="344728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678512" y="3447288"/>
            <a:ext cx="4671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DEMUESTRA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678512" y="3758184"/>
            <a:ext cx="467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Muestras lado a lado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678512" y="3995928"/>
            <a:ext cx="4671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 visual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764112" y="4389120"/>
            <a:ext cx="5860655" cy="91440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020144" y="449884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678512" y="4498848"/>
            <a:ext cx="4671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111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CIERRA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678512" y="4809744"/>
            <a:ext cx="46719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“Nuestro recomendado: $50k”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78512" y="5047488"/>
            <a:ext cx="46719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clara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553212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Invierte la expectativa: la primicia del paso 02 es lo que hace que se queden.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SEGUNDOS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685800"/>
            <a:ext cx="201168" cy="201168"/>
          </a:xfrm>
          <a:prstGeom prst="ellipse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96112" y="64008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04</a:t>
            </a:r>
            <a:endParaRPr lang="en-US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2377440"/>
            <a:ext cx="11057839" cy="1786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600" b="1" spc="-90" kern="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</a:t>
            </a:r>
            <a:endParaRPr lang="en-US" sz="6600" dirty="0"/>
          </a:p>
          <a:p>
            <a:pPr algn="l" indent="0" marL="0">
              <a:lnSpc>
                <a:spcPts val="6600"/>
              </a:lnSpc>
              <a:buNone/>
            </a:pPr>
            <a:r>
              <a:rPr lang="en-US" sz="6600" b="1" spc="-90" kern="0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edición.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5394960"/>
            <a:ext cx="796164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Basura adentro = basura afuera. La edición no salva un mal video, pero potencia uno bueno al 10x.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04 · FRAMEWORK DE EDICIÓN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CapCut · 4 pasos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527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86"/>
              </a:lnSpc>
              <a:buNone/>
            </a:pPr>
            <a:r>
              <a:rPr lang="en-US" sz="3100" b="1" spc="-9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Basura adentro = basura afuera.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11057839" cy="694944"/>
          </a:xfrm>
          <a:prstGeom prst="rect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874520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618488" y="1874520"/>
            <a:ext cx="46442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2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 y selecciona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095848" y="1874520"/>
            <a:ext cx="5218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FFE9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lo mejor entra al timeline.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66928" y="2697480"/>
            <a:ext cx="11057839" cy="694944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77824" y="2697480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618488" y="2697480"/>
            <a:ext cx="46442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Estructura y corta silencios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095848" y="2697480"/>
            <a:ext cx="5218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 los muertos. Ritmo constante.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66928" y="3520440"/>
            <a:ext cx="11057839" cy="694944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" y="3520440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1618488" y="3520440"/>
            <a:ext cx="46442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Agrega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095848" y="3520440"/>
            <a:ext cx="5218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Subtítulos, efectos, sonido de tendencia.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66928" y="4343400"/>
            <a:ext cx="11057839" cy="694944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" y="4343400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618488" y="4343400"/>
            <a:ext cx="46442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2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095848" y="4343400"/>
            <a:ext cx="5218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MP4 vertical 9:16 — formato nativo.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34924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$100 de equipo le ganas a quien gasta $10.000. La herramienta no hace el video: la idea lo hace.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SEGUNDOS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73736" cy="173736"/>
          </a:xfrm>
          <a:prstGeom prst="ellipse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384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04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24367" y="3291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minutos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143000"/>
            <a:ext cx="11057839" cy="11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</a:t>
            </a:r>
            <a:endParaRPr lang="en-US" sz="4000" dirty="0"/>
          </a:p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F08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edición.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66928" y="2971800"/>
            <a:ext cx="3515258" cy="18288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CapCut con el material del corte en vivo. Solo tus 3 mejores clips entran.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38218" y="2971800"/>
            <a:ext cx="3515258" cy="18288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2538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 los 15 segundos: hook, foreshadow, valor, CTA. Cronometralo de verdad.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109509" y="2971800"/>
            <a:ext cx="3515258" cy="182880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3829" y="3200400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83829" y="3639312"/>
            <a:ext cx="29666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Subtítulos, sonido de tendencia, y exportas en MP4 vertical 9:16.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5166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20" kern="0" dirty="0">
                <a:solidFill>
                  <a:srgbClr val="9A9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QUEDA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755648" y="5166360"/>
            <a:ext cx="98691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8A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video de 15 segundos exportado y listo para publicar.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402336"/>
            <a:ext cx="68558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2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BLOQUE 05 · EL DESTINO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201632" y="402336"/>
            <a:ext cx="4423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4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Donde el video se convierte en cliente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051560"/>
            <a:ext cx="11057839" cy="102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4"/>
              </a:lnSpc>
              <a:buNone/>
            </a:pPr>
            <a:r>
              <a:rPr lang="en-US" sz="3400" b="1" spc="-9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viral sin sistema</a:t>
            </a:r>
            <a:endParaRPr lang="en-US" sz="3400" dirty="0"/>
          </a:p>
          <a:p>
            <a:pPr algn="l" indent="0" marL="0">
              <a:lnSpc>
                <a:spcPts val="3604"/>
              </a:lnSpc>
              <a:buNone/>
            </a:pPr>
            <a:r>
              <a:rPr lang="en-US" sz="3400" b="1" spc="-90" kern="0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nada.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2194560"/>
            <a:ext cx="46442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paso donde falla todo el mundo es el link de la bio. Va DIRECTO a WhatsApp: no a una web, no al direct.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764112" y="1920240"/>
            <a:ext cx="5860655" cy="1234440"/>
          </a:xfrm>
          <a:prstGeom prst="rect">
            <a:avLst/>
          </a:prstGeom>
          <a:solidFill>
            <a:srgbClr val="EDEBE7"/>
          </a:solidFill>
          <a:ln w="12700">
            <a:solidFill>
              <a:srgbClr val="EDEB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56720" y="2121408"/>
            <a:ext cx="52754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TU BIO AHORA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56720" y="2450592"/>
            <a:ext cx="52754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“Barbero profesional | Diseños custom | Sígueme”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64112" y="3337560"/>
            <a:ext cx="5860655" cy="1234440"/>
          </a:xfrm>
          <a:prstGeom prst="rect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56720" y="3538728"/>
            <a:ext cx="52754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FFE9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TU BIO EN DOS MINUTOS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56720" y="3867912"/>
            <a:ext cx="52754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“Cortes desde $21k | Disponibilidad: WhatsApp 👇”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840480"/>
            <a:ext cx="4644292" cy="1325880"/>
          </a:xfrm>
          <a:prstGeom prst="rect">
            <a:avLst/>
          </a:prstGeom>
          <a:solidFill>
            <a:srgbClr val="1F1F1F"/>
          </a:solidFill>
          <a:ln w="12700">
            <a:solidFill>
              <a:srgbClr val="1F1F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4041648"/>
            <a:ext cx="40956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el mensaje que cierra:  “¡Hola! Qué bueno que viste el video. ¿Te gustaría una cita? Tengo hoy 5pm o mañana 3pm.”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" y="5440680"/>
            <a:ext cx="110578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Dos horarios cerrados, nunca una pregunta abierta. “¿Cuándo te queda bien?” termina en nada.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BRUNETTICUTZ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095848" y="6236208"/>
            <a:ext cx="552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220" kern="0" dirty="0">
                <a:solidFill>
                  <a:srgbClr val="6B6B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SEGUNDOS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29768"/>
            <a:ext cx="173736" cy="173736"/>
          </a:xfrm>
          <a:prstGeom prst="ellipse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59536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E031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EJERCICIO 05 · EL ÚLTIMO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8424367" y="32918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Ahora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097280"/>
            <a:ext cx="11057839" cy="1186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Publica.</a:t>
            </a:r>
            <a:endParaRPr lang="en-US" sz="4000" dirty="0"/>
          </a:p>
          <a:p>
            <a:pPr algn="l" indent="0" marL="0">
              <a:lnSpc>
                <a:spcPts val="4240"/>
              </a:lnSpc>
              <a:buNone/>
            </a:pPr>
            <a:r>
              <a:rPr lang="en-US" sz="4000" b="1" spc="-90" kern="0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entras al concurso.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3515258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487168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85292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video, sin marca de agua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38218" y="2331720"/>
            <a:ext cx="3515258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2538" y="2487168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Reels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85292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Etiqueta a @brunetticutz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9509" y="2331720"/>
            <a:ext cx="3515258" cy="1097280"/>
          </a:xfrm>
          <a:prstGeom prst="rect">
            <a:avLst/>
          </a:prstGeom>
          <a:solidFill>
            <a:srgbClr val="2A2A2A"/>
          </a:solidFill>
          <a:ln w="12700">
            <a:solidFill>
              <a:srgbClr val="2A2A2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83829" y="2487168"/>
            <a:ext cx="296661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Shorts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83829" y="2852928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mismo archivo, sin editar de nuevo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66928" y="3657600"/>
            <a:ext cx="11057839" cy="1965960"/>
          </a:xfrm>
          <a:prstGeom prst="rect">
            <a:avLst/>
          </a:prstGeom>
          <a:solidFill>
            <a:srgbClr val="E03127"/>
          </a:solidFill>
          <a:ln w="12700">
            <a:solidFill>
              <a:srgbClr val="E0312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50976" y="3913632"/>
            <a:ext cx="102897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60" kern="0" dirty="0">
                <a:solidFill>
                  <a:srgbClr val="FFE9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CONCURSO DEL WORKSHOP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50976" y="4261104"/>
            <a:ext cx="102897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spc="-8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mejor reel se lleva el Kit Tadeus.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" y="4882896"/>
            <a:ext cx="102897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9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 completo + capa Tadeus bordada con tu nombre + gorro Brunetti.   Un kit, un ganador.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E9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revisan en Instagram. La fecha de cierre se avisa por el grupo.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elija/Documents/GitHub/BRUNETTICUTZ/workshop/assets/grupo-fina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39776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66928" y="4389120"/>
            <a:ext cx="11057839" cy="902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600" b="1" spc="-90" kern="0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lunes publico un video de ___</a:t>
            </a:r>
            <a:endParaRPr lang="en-US" sz="2600" dirty="0"/>
          </a:p>
          <a:p>
            <a:pPr algn="l" indent="0" marL="0">
              <a:lnSpc>
                <a:spcPts val="3120"/>
              </a:lnSpc>
              <a:buNone/>
            </a:pPr>
            <a:r>
              <a:rPr lang="en-US" sz="2600" b="1" spc="-90" kern="0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hook de ___.</a:t>
            </a:r>
            <a:endParaRPr lang="en-US" sz="2600" dirty="0"/>
          </a:p>
        </p:txBody>
      </p:sp>
      <p:sp>
        <p:nvSpPr>
          <p:cNvPr id="4" name="Text 1"/>
          <p:cNvSpPr txBox="1"/>
          <p:nvPr/>
        </p:nvSpPr>
        <p:spPr>
          <a:xfrm>
            <a:off x="566928" y="5577840"/>
            <a:ext cx="6634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dices en voz alta. Eso es lo que hace que se publique.</a:t>
            </a:r>
            <a:endParaRPr lang="en-US" sz="1450" dirty="0"/>
          </a:p>
        </p:txBody>
      </p:sp>
      <p:sp>
        <p:nvSpPr>
          <p:cNvPr id="5" name="Text 2"/>
          <p:cNvSpPr txBox="1"/>
          <p:nvPr/>
        </p:nvSpPr>
        <p:spPr>
          <a:xfrm>
            <a:off x="6648740" y="4846320"/>
            <a:ext cx="49760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A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@brunetticutz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648740" y="5367528"/>
            <a:ext cx="49760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E031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brunetticutz.cl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15 segundos — el taller</dc:title>
  <dc:subject>PptxGenJS Presentation</dc:subject>
  <dc:creator>Bruno Herrera · Brunetticutz</dc:creator>
  <cp:lastModifiedBy>Bruno Herrera · Brunetticutz</cp:lastModifiedBy>
  <cp:revision>1</cp:revision>
  <dcterms:created xsi:type="dcterms:W3CDTF">2026-08-28T20:13:09Z</dcterms:created>
  <dcterms:modified xsi:type="dcterms:W3CDTF">2026-08-28T20:13:09Z</dcterms:modified>
</cp:coreProperties>
</file>