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hablar: 3 segundos de silencio mirando la sala. No empieces con 'hola, soy'. Empieza con la frase.
La foto es tu credibilidad visual: esto lo dice alguien que corta de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Decila lento y dejala caer 3 segundos. No la expliques de inmediato — deja el silencio.
Después de la pausa, la bajada. Ahí recién arranca el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Promete poco y concreto. No leas los 5 puntos con detalle: nómbralos.
Marca el bloque 03: es el único donde no hablas tú, y es donde ellos van a trabajar. Deja dicho desde ya que en ese bloque se graba.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 la sala: '¿cuántos eligieron alguna vez un barbero específico porque ese es el que me entiende?'
Espera las manos. Eso es valer más: no es la tijera, es la percepción.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 a Hormozi por nombre: da autoridad.
El punto: la percepción se construye, no se nace con ella. Tu Instagram es la percepción que el cliente tiene de ti ANTES del corte.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marca personal con la frase central. Después el nicho: cuando le hablas a todos, no le hablas a nadie.
Pídeles que piensen su nicho ahora, en voz baja. Lo van a escribir en 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de arriba sube el valor, lo de abajo lo baja.
Traducción a barbería: muestra resultados (arriba), explica antes de cortar (arriba), reserva online (abajo), puntualidad (abajo).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que decide por precio no es tu cliente.
La membresía es la joya: ingresos predecibles todos los meses. Y la regla de oro — no bajes el precio, sube el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reales, con cronómetro. Después leen tres en voz alta, no más.
La frase les sirve para dos cosas: la bio de Instagram y presentarse. Díselo — le da sentido al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Bisagra de todo el workshop: conecta valer más con visibilidad. De nada sirve valer si nadie te ve.
Antes de la próxima slide: 'saquen el teléfono, abran su último video, pónganlo en silencio. ¿Se entiende?'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hook es el PRIMER SEGUNDO que detiene el scroll. Se entiende SIN AUDIO.
Recorre los 4 rápido y pide a la sala un ejemplo de cada uno con sus propios clientes. Anota los de dolor en la pizarra: son 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Pídeles que identifiquen de qué tipo fue el último video que subieron.
Casi todos van a decir educación. Ese es el diagnóstico: educan pero no se comparten.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números que hay que dejar clavados son el 7 y el 6.
El 7: apareces 7 veces antes de resultar familiar. El 6: seis meses en un nicho antes de juzgar si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 al invitado EN VOZ (no está en la slide). Dices qué va a mostrar y te corres del medio.
Antes de dejarle el espacio, deja la próxima slide proyectada: es el reparto de planos. Que quede en pantalla todo el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los 7 planos ANTES de que el invitado empiece. Cada uno tiene el suyo obligatorio y además graba libre.
Insiste en vertical 9:16 aunque el plano parezca pedir horizontal. Es el error más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Ésta es la slide que más van a querer fotografiar. Anunciálo y dales 5 segundos.
Recorre la línea de tiempo y remarca el foreshadow: sin él, el video pasa del hook al contenido y el espectador no tiene razón para quedarse.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herramienta con la que se van a ir. Antes de gastar tiempo grabando, puntúa la idea.
Si no llega, no la grabes: rediseñala.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cada criterio como una pregunta de sí/no que puntúan del 0 al 10. El promedio es la nota.
Después: toma 3 ideas de la sala y puntuálas en vivo. Elige una mala a propósito — ver una idea subir de 4.5 a 8.0 enseña más que ver tres buenas.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decisión. Lo importante no es el número: es que la calculadora te ahorra grabar lo que no iba a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se hace el ejercicio de la bio: teléfono en mano, 2 minutos, ahora. No es tarea.
Es la acción de mayor impacto por minuto de todo 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las 3 ideas y el concurso. No pidas que te crean: invitálos a actuar el lunes.
Antes de esta slide: el compromiso en voz alta. Cada uno dice 'el lunes publico un video de [formato] con hook de [tipo]'.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 grupal para cerrar con energía. Que saquen la foto ellos también — es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presen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822960"/>
            <a:ext cx="67601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DE BARBEROS · 6 HORAS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331720"/>
            <a:ext cx="6760159" cy="205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5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mejor corte</a:t>
            </a:r>
            <a:endParaRPr lang="en-US" sz="5000" dirty="0"/>
          </a:p>
          <a:p>
            <a:pPr algn="l" indent="0" marL="0">
              <a:lnSpc>
                <a:spcPts val="5100"/>
              </a:lnSpc>
              <a:buNone/>
            </a:pPr>
            <a:r>
              <a:rPr lang="en-US" sz="5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sirve de nada</a:t>
            </a:r>
            <a:endParaRPr lang="en-US" sz="5000" dirty="0"/>
          </a:p>
          <a:p>
            <a:pPr algn="l" indent="0" marL="0">
              <a:lnSpc>
                <a:spcPts val="5100"/>
              </a:lnSpc>
              <a:buNone/>
            </a:pPr>
            <a:r>
              <a:rPr lang="en-US" sz="50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nadie lo ve.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623560"/>
            <a:ext cx="6760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Herrera · Brunetticutz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943600"/>
            <a:ext cx="6760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Valer más  ·  Viralidad  ·  Clientes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TESIS DEL DÍA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920240"/>
            <a:ext cx="11057839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no vienes a aprender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cortar mejor.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Vienes a valer más.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617720"/>
            <a:ext cx="72981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no paga por lo que sabes. Paga por lo que percibe. Si nadie sabe que eres bueno, para ellos no lo eres.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DÍA DE HOY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horas · 5 bloques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18488" y="1417320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 más frente a tus clientes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424367" y="1417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· precio   ·   50 min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1343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2313432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crear ideas virales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424367" y="23134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· EYE   ·   50 min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209544"/>
            <a:ext cx="11057839" cy="73152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20954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929384" y="3209544"/>
            <a:ext cx="60012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en vivo · invitado especial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113471" y="320954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sala graba   ·   60 min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10565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18488" y="4105656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y la calculadora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24367" y="410565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segundos   ·   60 min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0176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5001768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scroll a la silla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424367" y="50017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· clientes   ·   40 min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corta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5754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7034479" cy="2090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8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</a:t>
            </a:r>
            <a:endParaRPr lang="en-US" sz="78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8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más.</a:t>
            </a:r>
            <a:endParaRPr lang="en-US" sz="7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70344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barberos con la misma técnica. Uno cobra el doble. La diferencia no está en la tijera — está en cómo lo perciben antes de sentarse.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pantall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11135" y="0"/>
            <a:ext cx="44805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02336"/>
            <a:ext cx="6394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MARCA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371600"/>
            <a:ext cx="6394399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buNone/>
            </a:pPr>
            <a:r>
              <a:rPr lang="en-US" sz="38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3800" dirty="0"/>
          </a:p>
          <a:p>
            <a:pPr algn="l" indent="0" marL="0">
              <a:lnSpc>
                <a:spcPts val="4028"/>
              </a:lnSpc>
              <a:buNone/>
            </a:pPr>
            <a:r>
              <a:rPr lang="en-US" sz="38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habilidad.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5237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383280"/>
            <a:ext cx="63943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i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no paga por lo que sabes. Paga por lo que percibe.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754880"/>
            <a:ext cx="6394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Alex Hormozi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257800"/>
            <a:ext cx="6394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Instagram es la percepción que el cliente tiene de ti antes del corte.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MARCA PERSONAL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11057839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marca es lo que dicen de ti</a:t>
            </a:r>
            <a:endParaRPr lang="en-US" sz="3200" dirty="0"/>
          </a:p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estás en la sala.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788920"/>
            <a:ext cx="3515258" cy="173736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3063240"/>
            <a:ext cx="293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3456432"/>
            <a:ext cx="29300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logo ni tus seguidores.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38218" y="2788920"/>
            <a:ext cx="3515258" cy="173736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0826" y="3063240"/>
            <a:ext cx="293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30826" y="3456432"/>
            <a:ext cx="29300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reputación, corte a corte.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09509" y="2788920"/>
            <a:ext cx="3515258" cy="173736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3063240"/>
            <a:ext cx="293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nicho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3456432"/>
            <a:ext cx="29300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Especialízate y te buscan a ti.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9377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Intentar servir a todos te hace invisible. Ejecutivos, fades urbanos, home studio premium, barba. Elige uno.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PRECIO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ecuación de valor · Hormozi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alguien paga más?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613584" cy="26060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1B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SUBE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logra el cliente?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1680" y="1965960"/>
            <a:ext cx="2613584" cy="26060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7712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1B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SUBE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37712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ÉXITO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seguro se siente?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6432" y="1965960"/>
            <a:ext cx="2613584" cy="26060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2464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B83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BAJA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52464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ESPERA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52464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tarda?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11183" y="1965960"/>
            <a:ext cx="2613584" cy="26060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7215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B83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BAJA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267215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CLIENTE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267215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le cuesta?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937760"/>
            <a:ext cx="11057839" cy="405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2"/>
              </a:lnSpc>
              <a:buNone/>
            </a:pPr>
            <a:r>
              <a:rPr lang="en-US" sz="22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los dos primeros. Baja los dos últimos.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413248"/>
            <a:ext cx="86251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resultados, dá certeza, atiende hoy y sin fricción — y el precio se sostiene solo.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PRECIO SIN MIEDO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 el valor en niveles.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15258" cy="30632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13969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487168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$21.000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246120"/>
            <a:ext cx="28934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estándar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de atención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1874520"/>
            <a:ext cx="3515258" cy="30632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9114" y="213969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49114" y="2487168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$42.000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49114" y="3246120"/>
            <a:ext cx="28934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+ barba + producto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personalizado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prioritaria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9509" y="1874520"/>
            <a:ext cx="3515258" cy="30632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20405" y="213969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MEMBRESÍA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20405" y="2487168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$99.000 /mes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20405" y="3246120"/>
            <a:ext cx="28934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cortes/mes + barba + producto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fija, sin espera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fijo con descuento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2303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precio más alto primero: el primer número ancla toda la conversación.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minutos · hoja y lápiz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11057839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2"/>
              </a:lnSpc>
              <a:buNone/>
            </a:pPr>
            <a:r>
              <a:rPr lang="en-US" sz="4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tu frase</a:t>
            </a:r>
            <a:endParaRPr lang="en-US" sz="4200" dirty="0"/>
          </a:p>
          <a:p>
            <a:pPr algn="l" indent="0" marL="0">
              <a:lnSpc>
                <a:spcPts val="4452"/>
              </a:lnSpc>
              <a:buNone/>
            </a:pPr>
            <a:r>
              <a:rPr lang="en-US" sz="42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posicionamiento.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3515258" cy="187452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063240"/>
            <a:ext cx="29666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5509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soy?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117848"/>
            <a:ext cx="296661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especialidad o enfoque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8218" y="2788920"/>
            <a:ext cx="3515258" cy="187452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3063240"/>
            <a:ext cx="29666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5509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sirvo?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4117848"/>
            <a:ext cx="296661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cliente ideal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09509" y="2788920"/>
            <a:ext cx="3515258" cy="187452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3829" y="3063240"/>
            <a:ext cx="29666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83829" y="35509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me eligen?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83829" y="4117848"/>
            <a:ext cx="296661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diferencial real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arbero-tije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5754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7034479" cy="186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barbero que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ve,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vende.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70344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dejar de ser invisible y que el cliente decida pagarte antes de entrar a la silla.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IDEAS VIRALES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primer segundo lo es todo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hooks que detienen el scroll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1760" cy="13716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258568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85288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252216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antes / después que se entiende sin palabras.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1965960"/>
            <a:ext cx="5391760" cy="13716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5616" y="2258568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25616" y="2685288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525616" y="3252216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promesa abierta que obliga a seguir mirando.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538728"/>
            <a:ext cx="5391760" cy="13716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831336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258056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824984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Emoción real: la reacción del cliente en el espejo.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3538728"/>
            <a:ext cx="5391760" cy="13716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5616" y="3831336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25616" y="4258056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viral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25616" y="4824984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sonido o trend que la gente ya reconoce.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2578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se entiende sin audio, el video ya murió.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TIPOS DE CONTENIDO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 EYE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video es igual.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15258" cy="29718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11680"/>
            <a:ext cx="2893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8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61188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Entretenimiento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404164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Sketches, reacciones, retos.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443984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ENGANCHA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8218" y="1874520"/>
            <a:ext cx="3515258" cy="29718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9114" y="2011680"/>
            <a:ext cx="2893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00" dirty="0"/>
          </a:p>
        </p:txBody>
      </p:sp>
      <p:sp>
        <p:nvSpPr>
          <p:cNvPr id="12" name="Text 10"/>
          <p:cNvSpPr txBox="1"/>
          <p:nvPr/>
        </p:nvSpPr>
        <p:spPr>
          <a:xfrm>
            <a:off x="4649114" y="361188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49114" y="404164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Tips, datos, tutoriales.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49114" y="4443984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AUTORIDAD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9509" y="1874520"/>
            <a:ext cx="3515258" cy="29718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0405" y="2011680"/>
            <a:ext cx="2893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200" dirty="0"/>
          </a:p>
        </p:txBody>
      </p:sp>
      <p:sp>
        <p:nvSpPr>
          <p:cNvPr id="17" name="Text 15"/>
          <p:cNvSpPr txBox="1"/>
          <p:nvPr/>
        </p:nvSpPr>
        <p:spPr>
          <a:xfrm>
            <a:off x="8420405" y="361188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Inspiración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20405" y="404164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Transformaciones, historias.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20405" y="4443984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más virales son híbridos: entretener + inspirar. No te quedes solo en tutoriales.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ANTES DE GRABAR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sistema, no videos sueltos.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65960"/>
            <a:ext cx="49760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comunica?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764112" y="1965960"/>
            <a:ext cx="55497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Apareces 7 veces para ser familiar.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2807208"/>
            <a:ext cx="11057839" cy="694944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807208"/>
            <a:ext cx="49760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comunicas?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764112" y="2807208"/>
            <a:ext cx="55497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 en un solo nicho.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648456"/>
            <a:ext cx="49760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lo comunicas?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64112" y="3648456"/>
            <a:ext cx="55497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personalidad es el diferencial.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489704"/>
            <a:ext cx="11057839" cy="694944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4489704"/>
            <a:ext cx="49760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lo comunicas?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764112" y="4489704"/>
            <a:ext cx="55497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TikTok, Instagram, YouTube.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4864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abandona en el video 4 y cambia de nicho al mes y medio. Ahí está la diferencia.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INVITADO ESPECIAL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11057839" cy="2548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9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9600" dirty="0"/>
          </a:p>
          <a:p>
            <a:pPr algn="l" indent="0" marL="0">
              <a:lnSpc>
                <a:spcPts val="9600"/>
              </a:lnSpc>
              <a:buNone/>
            </a:pPr>
            <a:r>
              <a:rPr lang="en-US" sz="9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vivo.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28523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Guarden las libretas. Saquen el teléfono. Esto no se mira: esto se graba.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 EN VIVO · EL 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9:16 · tomas cortas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1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tiene un plano asignado.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Cenital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contexto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5221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677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677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84677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· transformación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513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969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82969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2969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abierto · profesionalismo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806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1262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1262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vista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81262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20040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level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 ojos · conexión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5221" y="320040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84677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584677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Contrapicado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84677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abajo · engrandecer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513" y="320040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969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382969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Picado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2969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dramatismo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806" y="3200400"/>
            <a:ext cx="2663876" cy="1170432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81262" y="3401568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SILENCIO DE CÁMARA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81262" y="3703320"/>
            <a:ext cx="22249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pase de máquina y el reveal en el espejo. Esos dos viralizan.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48920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tomas cortas, no una larga. Al terminar: 3 minutos para revisar el material antes de que se enfríe.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 · ANATOMÍA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partes, quince segundos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211568" cy="292608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173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3 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173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54680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Detiene el scroll.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audio.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8496" y="1874520"/>
            <a:ext cx="2457298" cy="2926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6240" y="2121408"/>
            <a:ext cx="1981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– 5 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016240" y="2542032"/>
            <a:ext cx="1981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Foreshadow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3016240" y="3154680"/>
            <a:ext cx="19818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intriga.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Miedo a perdérselo.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5793" y="1874520"/>
            <a:ext cx="4177406" cy="292608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3537" y="2121408"/>
            <a:ext cx="37019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– 12 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73537" y="2542032"/>
            <a:ext cx="3701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5473537" y="3154680"/>
            <a:ext cx="37019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Entretienes, educas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inspiras.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3199" y="1874520"/>
            <a:ext cx="2211568" cy="292608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50943" y="2121408"/>
            <a:ext cx="173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– 15 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650943" y="2542032"/>
            <a:ext cx="173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9650943" y="3154680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Claridad, urgencia,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escasez.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 una parte y el video se cae. El que más se saltan es el foreshadow.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trio-diplom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5754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7034479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</a:t>
            </a:r>
            <a:endParaRPr lang="en-US" sz="60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60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viralidad.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70344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tu idea ANTES de grabar. Seis preguntas, una nota del 0 al 10.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 · LOS 6 CRITERIOS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Puntúa cada uno 0 –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533546" cy="16916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5448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4216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¿Niño de 5 años?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09088"/>
            <a:ext cx="2984906" cy="8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entiende sin audio.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9074" y="1280160"/>
            <a:ext cx="3533546" cy="16916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3394" y="155448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03394" y="204216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¿50 de 100?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03394" y="2609088"/>
            <a:ext cx="2984906" cy="8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interesa a la mitad.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1221" y="1280160"/>
            <a:ext cx="3533546" cy="16916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5541" y="155448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65541" y="204216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¿Referencia viral?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65541" y="2609088"/>
            <a:ext cx="2984906" cy="8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algo que ya funcionó.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3533546" cy="16916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42900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91668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¿Mercado viral?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83608"/>
            <a:ext cx="2984906" cy="8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la demanda.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9074" y="3154680"/>
            <a:ext cx="3533546" cy="16916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03394" y="342900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603394" y="391668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tendencia?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603394" y="4483608"/>
            <a:ext cx="2984906" cy="8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del momento.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1221" y="3154680"/>
            <a:ext cx="3533546" cy="16916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5541" y="342900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65541" y="391668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¿Controversia?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365541" y="4483608"/>
            <a:ext cx="2984906" cy="8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debate.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2578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01 es el más importante y el que más falla. Si no se entiende mudo, el resto no importa.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 · LA DECISIÓN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lee el puntaje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7839" cy="749808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659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 – 10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1965960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 ahora.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15807" y="1965960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Probablemente viral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11057839" cy="749808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8620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– 7.9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2862072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 contenido.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515807" y="2862072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seguro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758184"/>
            <a:ext cx="11057839" cy="749808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75818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– 5.9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3310128" y="3758184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Rediseña la idea.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15807" y="3758184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mejora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654296"/>
            <a:ext cx="11057839" cy="749808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65429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4.0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4654296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Vuelve a empezar.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515807" y="4654296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 listo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235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calculadora te ahorra grabar lo que no iba a funcionar. Una idea de 5.0 llega a 8.0 en dos minutos.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 · EL SISTEMA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paso 4 es donde falla todo el mundo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102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 sin sistema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nada.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4323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88920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86252" y="2286000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3996" y="24323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23996" y="2788920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Alguien ve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05576" y="2286000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3320" y="24323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43320" y="2788920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sigue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024899" y="2286000"/>
            <a:ext cx="2599868" cy="969264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2643" y="24323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62643" y="2788920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en bio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3456432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3602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959352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386252" y="3456432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23996" y="3602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623996" y="3959352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Cierras la venta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205576" y="3456432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3320" y="3602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3320" y="3959352"/>
            <a:ext cx="2124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Leal + referidos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024899" y="3456432"/>
            <a:ext cx="2599868" cy="969264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62643" y="3566160"/>
            <a:ext cx="2124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bio: qué haces · desde cuánto · link a WhatsApp. Arreglala ahora.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0292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seguidores sin conversión = $0. Y el link de la bio va directo a WhatsApp: no a una web, no al direct.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LLEVARTE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3515258" cy="16002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298448"/>
            <a:ext cx="2930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1755648"/>
            <a:ext cx="29300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cortar mejor.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valer más.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38218" y="1051560"/>
            <a:ext cx="3515258" cy="16002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0826" y="1298448"/>
            <a:ext cx="2930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30826" y="1755648"/>
            <a:ext cx="29300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no se ve,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vende.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09509" y="1051560"/>
            <a:ext cx="3515258" cy="16002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298448"/>
            <a:ext cx="2930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1755648"/>
            <a:ext cx="29300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la idea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grabar.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11057839" cy="214884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3291840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CONCURSO DEL WORKSHOP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3657600"/>
            <a:ext cx="102897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reel se lleva el Kit Tadeus.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4297680"/>
            <a:ext cx="10289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completo + capa Tadeus bordada con tu nombre + gorro Brunetti.   Un kit, un ganador.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Grabas · editas · publicas · etiquetas a @brunetticutz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32120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@brunetticutz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5532120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brunetticutz.cl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grupo-f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977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480560"/>
            <a:ext cx="11057839" cy="12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vemos</a:t>
            </a:r>
            <a:endParaRPr lang="en-US" sz="44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4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feed.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095848" y="4636008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4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ASCENSIÓN · BRUNETTICUTZ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095848" y="5001768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@brunetticutz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095848" y="5513832"/>
            <a:ext cx="552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brunetticutz.cl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ASCENSIÓN II — El barbero invisible</dc:title>
  <dc:subject>PptxGenJS Presentation</dc:subject>
  <dc:creator>Bruno Herrera · Brunetticutz</dc:creator>
  <cp:lastModifiedBy>Bruno Herrera · Brunetticutz</cp:lastModifiedBy>
  <cp:revision>1</cp:revision>
  <dcterms:created xsi:type="dcterms:W3CDTF">2026-08-28T20:13:09Z</dcterms:created>
  <dcterms:modified xsi:type="dcterms:W3CDTF">2026-08-28T20:13:09Z</dcterms:modified>
</cp:coreProperties>
</file>