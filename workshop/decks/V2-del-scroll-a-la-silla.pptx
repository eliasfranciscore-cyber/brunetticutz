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con el número, no con tu nombre. 'Levanten la mano los que tienen más de mil seguidores. … Ahora los que consiguieron un cliente esta semana por un video.'
La distancia entre esas dos manos es el workshop entero.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$2.100.000 salen de 100 clientes × $21.000, un corte al mes cada uno. Decilo — si no explicas el supuesto, alguien lo va a cuestionar y pierdes el momento.
El punto: no es seguidores. Es conversión.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Anda número por número, despacio. Que la sala haga la cuenta mental contigo.
Después: 'el que cobra $30.000 tiene un LTV de $1.020.000'. Y ahí lanzas el ejercicio de mapeo: que cada uno calcule el suyo.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partes y un corte en vivo. Deja dicho desde ahora que en el corte en vivo se GRABA — no se mira.
Así llegan al bloque con el teléfono cargado y sin sorpresa.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'¿cuánto cobras hoy?' No pidas que respondan en voz alta — que lo anoten.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slide que más resistencia genera. Deja que la sala discuta 30 segundos.
El argumento que cierra la discusión: 'el que se va por $3.000 se iba a ir igual'.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Traducción concreta: mostrar resultados y explicar antes de cortar suben el numerador; reserva online y puntualidad bajan el denominador.
Ninguna de las cuatro palancas es 'cortar mejor'.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 que los márgenes son de referencia y no descuentan arriendo ni sueldos. Sirven para comparar niveles entre sí.
La membresía es la joya: ingreso predecible todos los meses, sin depender del clima ni del algoritmo.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'Saquen el teléfono. Abran su último video. Pónganlo en silencio. ¿Se entiende?'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los 4 rápido y pide un ejemplo de cada uno con sus propios clientes.
Anota los de dolor en la pizarra: quedan como banco de ideas del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que van a querer fotografiar. Anunciálo y dales 5 segundos.
El que más se saltan es el foreshadow. Sin él el video pasa del hook al contenido y no hay razón para quedarse.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saves mandan. Es la métrica que más subestiman.
Cierre del bloque: 'no publiquen más. Publiquen mejor.'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 al invitado EN VOZ. Dices qué va a mostrar y te corres del medio.
Deja proyectada la próxima slide durante todo su bloque: es el reparto de planos.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Reparte los planos ANTES de que empiece. Cada uno tiene el suyo obligatorio y además graba libre.
Insiste en vertical 9:16 aunque el plano parezca pedir horizontal.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débil de TODO barbero es el paso 4. El link de la bio va DIRECTO a WhatsApp: no a una web, no a un linktree con ocho opciones, no al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se para la clase 2 minutos y todos arreglan la bio. No es tarea: se hace en la sala.
Es la acción de mayor impacto por minuto de todo 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script en voz alta, tal cual. Que lo copien palabra por palabra — después lo adaptan.
El detalle que hace la diferencia son los dos horarios cerrados.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no quiere un corte: quiere resultados. Confianza, transformación, esperanza.
Por eso 'somos barberos profesionales' no vende, y 'transformamos tu look en 30 min, verás resultados hoy'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slide que cambia mentalidades. Demostralo con números, no con entusiasmo.
El recomendado ya llegó con la confianza construida: ya pagó, ya fue, ya confía. Solo tienes que cobrar.
OJO: antes de prometer 'X referencias = corte gratis', chequea que calce con la tarjeta de fidelidad de Brunetti (10 estrellas = corte gratis).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es la más fácil y la que nadie hace: preguntarle a cada cliente nuevo de dónde salió.
Sin ese dato no sabes qué video funcionó de verdad.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esta slide: el compromiso en voz alta. Cada uno dice qué publica el lunes.
Después: el concurso. Premio, cómo se participa, cuándo cierra.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Foto grupal. Que la saquen ellos también — es contenido, y arranca el concurso.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presen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822960"/>
            <a:ext cx="67601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DE BARBEROS · 6 HORAS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468880"/>
            <a:ext cx="6760159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0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seguidores.</a:t>
            </a:r>
            <a:endParaRPr lang="en-US" sz="5000" dirty="0"/>
          </a:p>
          <a:p>
            <a:pPr algn="l" indent="0" marL="0">
              <a:lnSpc>
                <a:spcPts val="5400"/>
              </a:lnSpc>
              <a:buNone/>
            </a:pPr>
            <a:r>
              <a:rPr lang="en-US" sz="50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en la caja.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931920"/>
            <a:ext cx="6760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scroll a la silla: cómo un video se convierte en un cliente sentado.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623560"/>
            <a:ext cx="6760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Herrera · Brunetticutz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943600"/>
            <a:ext cx="6760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  ·  Atención  ·  Conversión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 REAL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 ≠ conversión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43000"/>
            <a:ext cx="11057839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Muchos barberos generan vistas.</a:t>
            </a:r>
            <a:endParaRPr lang="en-US" sz="3300" dirty="0"/>
          </a:p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cero clientes.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86000"/>
            <a:ext cx="552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tienen sistema. Sin sistema, los seguidores son solo un número bonito en la pantalla.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200400"/>
            <a:ext cx="5346040" cy="19659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3474720"/>
            <a:ext cx="472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NO ES ESTO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767328"/>
            <a:ext cx="4724248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 followers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294866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conversión = $0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3200400"/>
            <a:ext cx="5346040" cy="19659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9624" y="3474720"/>
            <a:ext cx="472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3A2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ES ESTO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89624" y="3767328"/>
            <a:ext cx="4724248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clientes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89624" y="4294866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$2.100.000 / mes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8D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MATEMÁTICA QUE NADIE HACE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vale un cliente tuyo</a:t>
            </a:r>
            <a:endParaRPr lang="en-US" sz="3300" dirty="0"/>
          </a:p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dos años?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2613584" cy="192024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542032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 DEL CORTE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834640"/>
            <a:ext cx="2064944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$21.000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362178"/>
            <a:ext cx="206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1680" y="2286000"/>
            <a:ext cx="2613584" cy="192024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6000" y="2542032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656000" y="2834640"/>
            <a:ext cx="2064944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656000" y="3362178"/>
            <a:ext cx="206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cortes al año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6432" y="2286000"/>
            <a:ext cx="2613584" cy="192024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0752" y="2542032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AÑO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2834640"/>
            <a:ext cx="2064944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$357.000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70752" y="3362178"/>
            <a:ext cx="206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cliente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11183" y="2286000"/>
            <a:ext cx="2613584" cy="1920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5503" y="2542032"/>
            <a:ext cx="206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3A2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LTV A 2 AÑOS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285503" y="2834640"/>
            <a:ext cx="2064944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$714.000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285503" y="3362178"/>
            <a:ext cx="206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ahí recién empieza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8006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cliente cada 3 semanas son 17 cortes al año. Nadie hace esta cuenta — y es la que define cuánto puedes invertir en conseguirlo.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RECORRIDO DE HOY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horas · 3 partes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17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18488" y="1417320"/>
            <a:ext cx="6622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precio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424367" y="1417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te pagan lo que te pagan   ·   50 min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1343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18488" y="2313432"/>
            <a:ext cx="6622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atención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424367" y="23134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 de ser invisible   ·   50 min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209544"/>
            <a:ext cx="11057839" cy="73152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3209544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929384" y="3209544"/>
            <a:ext cx="60012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en vivo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113471" y="320954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Invitado especial. Y la sala graba   ·   60 min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10565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618488" y="4105656"/>
            <a:ext cx="6622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conversión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24367" y="410565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scroll a la silla   ·   100 min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00176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18488" y="5001768"/>
            <a:ext cx="6622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acción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424367" y="50017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y concurso   ·   20 min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cortan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8335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5754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D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01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7034479" cy="224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8400" dirty="0"/>
          </a:p>
          <a:p>
            <a:pPr algn="l" indent="0" marL="0">
              <a:lnSpc>
                <a:spcPts val="8400"/>
              </a:lnSpc>
              <a:buNone/>
            </a:pPr>
            <a:r>
              <a:rPr lang="en-US" sz="84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precio.</a:t>
            </a:r>
            <a:endParaRPr lang="en-US" sz="8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70344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barberos con la misma técnica. Uno cobra el doble. La diferencia no está en la tijera.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01 · MONETIZACIÓN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11057839" cy="102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no es la tijera.</a:t>
            </a:r>
            <a:endParaRPr lang="en-US" sz="3400" dirty="0"/>
          </a:p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precio mental.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468880"/>
            <a:ext cx="50866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5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Competir por precio solo atrae clientes que se van cuando encuentran algo más barato.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317004" y="2148840"/>
            <a:ext cx="5307763" cy="288036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82764" y="22037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6682764" y="3063240"/>
            <a:ext cx="45762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i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el precio no aleja a los buenos clientes. Los atrae. Son los malos clientes los que se van — y eso es una victoria.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682764" y="4434840"/>
            <a:ext cx="4576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Alex Hormozi · $100M Pricing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3492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que decide por precio no es tu cliente. No bajes el precio: sube el valor.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01 · LA ECUACIÓN DE VALOR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Hormozi · $100M Offers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5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98"/>
              </a:lnSpc>
              <a:buNone/>
            </a:pPr>
            <a:r>
              <a:rPr lang="en-US" sz="33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alguien paga más?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2613584" cy="26060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210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SUBE VALOR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DESEADO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4904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logra el cliente?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1680" y="1965960"/>
            <a:ext cx="2613584" cy="26060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7712" y="2212848"/>
            <a:ext cx="210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3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SUBE VALOR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37712" y="2606040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ÉXITO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37712" y="374904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tan seguro se siente?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6432" y="1965960"/>
            <a:ext cx="2613584" cy="260604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2464" y="2212848"/>
            <a:ext cx="210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BAJA VALOR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52464" y="2606040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ESPERA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52464" y="374904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tarda?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11183" y="1965960"/>
            <a:ext cx="2613584" cy="260604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7215" y="2212848"/>
            <a:ext cx="210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BAJA VALOR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267215" y="2606040"/>
            <a:ext cx="210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ESFUERZO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CLIENTE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267215" y="3749040"/>
            <a:ext cx="210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 le cuesta?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892040"/>
            <a:ext cx="11057839" cy="378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0"/>
              </a:lnSpc>
              <a:buNone/>
            </a:pPr>
            <a:r>
              <a:rPr lang="en-US" sz="20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 los dos primeros. Reduce los dos últimos. El precio se justifica solo.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01 · PAQUETES Y MEMBRESÍAS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Empaqueta el valor. Cobra en niveles.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15258" cy="306324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121408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BÁSICO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46888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$21.000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054096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~60%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456432"/>
            <a:ext cx="28934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estándar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 de atención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de entrada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8218" y="1874520"/>
            <a:ext cx="3515258" cy="306324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9114" y="2121408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49114" y="246888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$42.000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49114" y="3054096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~70%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49114" y="3456432"/>
            <a:ext cx="28934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+ barba + producto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personalizado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prioritaria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9509" y="1874520"/>
            <a:ext cx="3515258" cy="30632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20405" y="2121408"/>
            <a:ext cx="289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MEMBRESÍA VIP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420405" y="2468880"/>
            <a:ext cx="289346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$99.000 /mes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420405" y="3054096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~80%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20405" y="3456432"/>
            <a:ext cx="289346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cortes/mes + todo incluido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fija semanal, sin espera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predecible para ti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23036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siempre el más alto primero: el primer número ancla toda la conversación.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arbero-tije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68335" y="0"/>
            <a:ext cx="40233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658368"/>
            <a:ext cx="5754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D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02</a:t>
            </a:r>
            <a:endParaRPr lang="en-US" sz="115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286000"/>
            <a:ext cx="7034479" cy="224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8400" dirty="0"/>
          </a:p>
          <a:p>
            <a:pPr algn="l" indent="0" marL="0">
              <a:lnSpc>
                <a:spcPts val="8400"/>
              </a:lnSpc>
              <a:buNone/>
            </a:pPr>
            <a:r>
              <a:rPr lang="en-US" sz="84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atención.</a:t>
            </a:r>
            <a:endParaRPr lang="en-US" sz="8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285232"/>
            <a:ext cx="70344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barbero que no se ve, no se vende. Cómo dejar de ser invisible.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02 · EL HOOK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primeros 3 segundos lo deciden todo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 hooks que detienen el scroll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391760" cy="137160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258568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685288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252216"/>
            <a:ext cx="4806544" cy="-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antes / después que se entiende sin palabras.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3008" y="1965960"/>
            <a:ext cx="5391760" cy="137160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25616" y="2258568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25616" y="2685288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525616" y="3252216"/>
            <a:ext cx="4806544" cy="-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promesa abierta que obliga a seguir mirando.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538728"/>
            <a:ext cx="5391760" cy="137160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831336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258056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Personalidad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824984"/>
            <a:ext cx="4806544" cy="-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Emoción real: la reacción del cliente en el espejo.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3538728"/>
            <a:ext cx="5391760" cy="1371600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5616" y="3831336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25616" y="4258056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viral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525616" y="4824984"/>
            <a:ext cx="4806544" cy="-20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sonido o trend que la gente ya reconoce.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2578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hook no es el más creativo. Es el que usas con consistencia.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02 · ESTRUCTURA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segundo tiene propósito.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676656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7452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401568" y="1874520"/>
            <a:ext cx="66687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Detiene el scroll. Conciso, rápido, visual, sin audio.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887407" y="1874520"/>
            <a:ext cx="1426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2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3 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60904"/>
            <a:ext cx="11057839" cy="676656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266090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Foreshadow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2660904"/>
            <a:ext cx="66687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intriga. FOMO — miedo a perdérselo.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887407" y="2660904"/>
            <a:ext cx="1426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– 5 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47288"/>
            <a:ext cx="11057839" cy="67665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44728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447288"/>
            <a:ext cx="66687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Entretienes, educas o inspiras. Es el cuerpo.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887407" y="3447288"/>
            <a:ext cx="1426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20" kern="0" dirty="0">
                <a:solidFill>
                  <a:srgbClr val="3A2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– 12 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233672"/>
            <a:ext cx="11057839" cy="676656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423367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-3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401568" y="4233672"/>
            <a:ext cx="66687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 + urgencia + escasez.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887407" y="4233672"/>
            <a:ext cx="14264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12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– 15 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2578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es accidental. El video viral es arquitectura, no improvisación. Quita una parte y se cae.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8D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02 · LA MÉTRICA QUE IMPORTA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algoritmo no le importan tus seguidores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9728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son views.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retención.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514600"/>
            <a:ext cx="46442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algoritmo premia cuánto ven tu video, no cuántos clicks genera.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scrollean? Ahí está la mejora del próximo.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53534" y="2377440"/>
            <a:ext cx="2848457" cy="219456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6142" y="2670048"/>
            <a:ext cx="2263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3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GANA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6142" y="2962656"/>
            <a:ext cx="2263241" cy="49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1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views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946142" y="3455025"/>
            <a:ext cx="22632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de retención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76311" y="2377440"/>
            <a:ext cx="2848457" cy="219456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68919" y="2670048"/>
            <a:ext cx="22632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PIERDE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068919" y="2962656"/>
            <a:ext cx="2263241" cy="49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120" kern="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 views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068919" y="3455025"/>
            <a:ext cx="22632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de retención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029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 mismo con los guardados: 1.000 views + 200 saves le gana a 10.000 views + 10 saves. Calidad sobre cantidad.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97776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E8D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INVITADO ESPECIAL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86000"/>
            <a:ext cx="11057839" cy="2548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0"/>
              </a:lnSpc>
              <a:buNone/>
            </a:pPr>
            <a:r>
              <a:rPr lang="en-US" sz="96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</a:t>
            </a:r>
            <a:endParaRPr lang="en-US" sz="9600" dirty="0"/>
          </a:p>
          <a:p>
            <a:pPr algn="l" indent="0" marL="0">
              <a:lnSpc>
                <a:spcPts val="9600"/>
              </a:lnSpc>
              <a:buNone/>
            </a:pPr>
            <a:r>
              <a:rPr lang="en-US" sz="96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vivo.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285232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Guarden las libretas. Saquen el teléfono. Esto no se mira: esto se graba.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CORTE EN VIVO · EL SET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 9:16 · tomas cortas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1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tiene un plano asignado.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63876" cy="11704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Cenital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arriba · contexto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5221" y="1874520"/>
            <a:ext cx="2663876" cy="11704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677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84677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84677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 · transformación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513" y="1874520"/>
            <a:ext cx="2663876" cy="11704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969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82969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82969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abierto · profesionalismo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806" y="1874520"/>
            <a:ext cx="2663876" cy="11704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1262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81262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vista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81262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el cliente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200400"/>
            <a:ext cx="2663876" cy="11704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level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 ojos · conexión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65221" y="3200400"/>
            <a:ext cx="2663876" cy="11704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84677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584677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Contrapicado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84677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abajo · engrandecer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63513" y="3200400"/>
            <a:ext cx="2663876" cy="11704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969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382969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Picado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82969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45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arriba · dramatismo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61806" y="3200400"/>
            <a:ext cx="2663876" cy="117043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81262" y="3401568"/>
            <a:ext cx="2224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SILENCIO DE CÁMARA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181262" y="3703320"/>
            <a:ext cx="22249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pase de máquina y el reveal en el espejo. Esos dos viralizan.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48920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este material se hace el sprint de edición. Al terminar: 3 minutos para revisar lo que tienen.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8D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03 · LA CONVERSIÓN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paso 4 es donde falla la mayoría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113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8"/>
              </a:lnSpc>
              <a:buNone/>
            </a:pPr>
            <a:r>
              <a:rPr lang="en-US" sz="38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paso.</a:t>
            </a:r>
            <a:endParaRPr lang="en-US" sz="3800" dirty="0"/>
          </a:p>
          <a:p>
            <a:pPr algn="l" indent="0" marL="0">
              <a:lnSpc>
                <a:spcPts val="4028"/>
              </a:lnSpc>
              <a:buNone/>
            </a:pPr>
            <a:r>
              <a:rPr lang="en-US" sz="38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SISTEMA.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2599868" cy="109728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5054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viral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2724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hook detiene el scroll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6252" y="2377440"/>
            <a:ext cx="2599868" cy="109728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3996" y="25054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23996" y="283464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Alguien 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23996" y="312724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algoritmo distribuye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05576" y="2377440"/>
            <a:ext cx="2599868" cy="109728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3320" y="25054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43320" y="283464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sigue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3320" y="312724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a confiar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4899" y="2377440"/>
            <a:ext cx="2599868" cy="10972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2643" y="25054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262643" y="2834640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en bio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262643" y="3127248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directo a WhatsApp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675888"/>
            <a:ext cx="2599868" cy="109728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8039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133088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425696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el mensaje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6252" y="3675888"/>
            <a:ext cx="2599868" cy="109728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23996" y="38039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3623996" y="4133088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Cierras la venta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623996" y="4425696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horarios, no preguntas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05576" y="3675888"/>
            <a:ext cx="2599868" cy="109728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3320" y="380390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443320" y="4133088"/>
            <a:ext cx="2124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Leal + referidos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43320" y="4425696"/>
            <a:ext cx="212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Recomienda 2–3 amigos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23036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el video. No tienen el camino que convierte al viewer en cliente. Video viral sin sistema = nada.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03 · PERFIL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bio es tu vendedor 24/7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11057839" cy="56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 mata la confusión.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86000"/>
            <a:ext cx="46442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confusión mata la conversión. Un perfil que no dice qué haces y para quién es plata tirada al piso.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4112" y="2011680"/>
            <a:ext cx="5860655" cy="137160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75008" y="2240280"/>
            <a:ext cx="5238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ANTES — INFO INÚTIL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75008" y="2606040"/>
            <a:ext cx="52388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“Barbero profesional | Diseños custom | Sígueme”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4112" y="3566160"/>
            <a:ext cx="5860655" cy="1371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75008" y="3794760"/>
            <a:ext cx="5238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A2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AHORA — CONVIERTE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75008" y="4160520"/>
            <a:ext cx="52388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“Cortes desde $21k | Disponibilidad: WhatsApp 👇”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3492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cosas y nada más: qué haces, cuánto cuesta, dónde se agenda. Arreglala AHORA, con el teléfono en la mano.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03 · EL SCRIPT DE WHATSAPP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mensaje que convierte.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307763" cy="283464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21408"/>
            <a:ext cx="464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560320"/>
            <a:ext cx="4649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i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“¡Hola! 👋 Qué bueno que viste el video.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i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especializados en [tipo de corte].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i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gustaría una cita?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i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Tengo hoy 5pm o mañana 3pm.”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17004" y="1874520"/>
            <a:ext cx="5307763" cy="62179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91324" y="1929384"/>
            <a:ext cx="4759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Saludas — humano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91324" y="2185416"/>
            <a:ext cx="4759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antes que venta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17004" y="2606040"/>
            <a:ext cx="5307763" cy="62179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1324" y="2660904"/>
            <a:ext cx="4759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Confirmas el video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91324" y="2916936"/>
            <a:ext cx="4759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contexto inmediato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17004" y="3337560"/>
            <a:ext cx="5307763" cy="62179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91324" y="3392424"/>
            <a:ext cx="4759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opciones de horario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91324" y="3648456"/>
            <a:ext cx="4759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Facilitas la decisión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17004" y="4069080"/>
            <a:ext cx="5307763" cy="62179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91324" y="4123944"/>
            <a:ext cx="4759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preguntas abiertas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91324" y="4379976"/>
            <a:ext cx="4759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confusión = más cierres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1206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“¿Cuándo te queda bien?” abre una conversación de diez mensajes que termina en nada.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03 · OBJECIÓN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pregunta por precio en WhatsApp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34440"/>
            <a:ext cx="4644292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el foco</a:t>
            </a:r>
            <a:endParaRPr lang="en-US" sz="3600" dirty="0"/>
          </a:p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PRECIO</a:t>
            </a:r>
            <a:endParaRPr lang="en-US" sz="3600" dirty="0"/>
          </a:p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HORARIO.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114800"/>
            <a:ext cx="4423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acción que buscas es una DECISIÓN. No es negociar: es redirigir.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53534" y="1371600"/>
            <a:ext cx="5971233" cy="1115568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6142" y="1517904"/>
            <a:ext cx="53860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6142" y="1828800"/>
            <a:ext cx="53860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“¿Cuánto cuesta?”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53534" y="2670048"/>
            <a:ext cx="5971233" cy="11155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6142" y="2816352"/>
            <a:ext cx="53860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TÚ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946142" y="3127248"/>
            <a:ext cx="53860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“Depende del tipo de corte. El estándar desde $21k.”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53534" y="3968496"/>
            <a:ext cx="5971233" cy="111556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6142" y="4114800"/>
            <a:ext cx="53860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3A2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TÚ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946142" y="4425696"/>
            <a:ext cx="53860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“¿Cuál de los dos horarios te va mejor?”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8D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03 · PRUEBA SOCIAL Y REFERIDOS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102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cada cliente trae 1 más,</a:t>
            </a:r>
            <a:endParaRPr lang="en-US" sz="3400" dirty="0"/>
          </a:p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duplicas ingresos.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515258" cy="192024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542032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 RECOMENDADO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834640"/>
            <a:ext cx="2966618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362178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adquisición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2286000"/>
            <a:ext cx="3515258" cy="19202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2542032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3A2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LTV RECOMENDADO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834640"/>
            <a:ext cx="2966618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$1.428.000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362178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el cliente regular, a 2 años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9509" y="2286000"/>
            <a:ext cx="3515258" cy="192024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3829" y="2542032"/>
            <a:ext cx="29666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C8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RECOMENDADO CADA 3 MESES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383829" y="2834640"/>
            <a:ext cx="2966618" cy="52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$2.856.000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83829" y="3362178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al año, sin invertir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5720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pide:  “Oye, ¿te quedó bien?”  →  [dice que sí]  →  “Perfecto. Si conoces a alguien que quiera verse así, pasame su WhatsApp.”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1663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antes de eso: 1 testimonio = 5 reels tuyos en impacto. Filmas 10 segundos después del corte. 3–4 por mes alcanzan.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C9A9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03 · CRECIMIENTO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4 métricas que debes trackear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en-US" sz="3200" b="1" spc="-9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números no puedes mejorar.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71323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7452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01368" y="1874520"/>
            <a:ext cx="42019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2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nuevos / mes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42956" y="1874520"/>
            <a:ext cx="57709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dónde vienen? Pregunta siempre.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15768"/>
            <a:ext cx="11057839" cy="7132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2715768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2715768"/>
            <a:ext cx="42019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conversión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42956" y="2715768"/>
            <a:ext cx="57709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 leads en WhatsApp, ¿cuántos cierran?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557016"/>
            <a:ext cx="11057839" cy="7132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557016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801368" y="3557016"/>
            <a:ext cx="42019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542956" y="3557016"/>
            <a:ext cx="57709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 clientes, ¿cuántos traen amigos?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398264"/>
            <a:ext cx="11057839" cy="713232"/>
          </a:xfrm>
          <a:prstGeom prst="rect">
            <a:avLst/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4398264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801368" y="4398264"/>
            <a:ext cx="420197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2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Retención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42956" y="4398264"/>
            <a:ext cx="57709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 nuevos, ¿cuántos vuelven en 3 meses?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44068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mide no se puede escalar. Cuatro números, una vez al mes, en el teléfono.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7C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SCROLL A LA SILLA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8D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LLEVARTE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3515258" cy="160020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298448"/>
            <a:ext cx="2930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59536" y="1755648"/>
            <a:ext cx="29300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bajes el precio.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el valor.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38218" y="1051560"/>
            <a:ext cx="3515258" cy="160020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30826" y="1298448"/>
            <a:ext cx="2930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630826" y="1755648"/>
            <a:ext cx="29300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paso que falla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link de la bio.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09509" y="1051560"/>
            <a:ext cx="3515258" cy="1600200"/>
          </a:xfrm>
          <a:prstGeom prst="rect">
            <a:avLst/>
          </a:prstGeom>
          <a:solidFill>
            <a:srgbClr val="232019"/>
          </a:solidFill>
          <a:ln w="12700">
            <a:solidFill>
              <a:srgbClr val="23201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298448"/>
            <a:ext cx="29300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1755648"/>
            <a:ext cx="29300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recomendado</a:t>
            </a:r>
            <a:endParaRPr lang="en-US" sz="17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cuesta $0.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2999232"/>
            <a:ext cx="11057839" cy="2148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3291840"/>
            <a:ext cx="10289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3A2E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CONCURSO DEL WORKSHOP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" y="3657600"/>
            <a:ext cx="102897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reel se lleva el Kit Tadeus.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4297680"/>
            <a:ext cx="102897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completo + capa Tadeus bordada con tu nombre + gorro Brunetti.   Un kit, un ganador.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A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Grabas · editas · publicas · etiquetas a @brunetticutz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532120"/>
            <a:ext cx="552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@brunetticutz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095848" y="5532120"/>
            <a:ext cx="552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brunetticutz.cl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grupo-fin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3977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434840"/>
            <a:ext cx="11057839" cy="105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spc="-90" kern="0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no es técnica.</a:t>
            </a:r>
            <a:endParaRPr lang="en-US" sz="3400" dirty="0"/>
          </a:p>
          <a:p>
            <a:pPr algn="l" indent="0" marL="0">
              <a:lnSpc>
                <a:spcPts val="3740"/>
              </a:lnSpc>
              <a:buNone/>
            </a:pPr>
            <a:r>
              <a:rPr lang="en-US" sz="3400" b="1" spc="-9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decisión.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669280"/>
            <a:ext cx="663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8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las decisiones se toman hoy.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095848" y="4892040"/>
            <a:ext cx="552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@brunetticutz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095848" y="5404104"/>
            <a:ext cx="552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brunetticutz.cl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scroll a la silla — Workshop de barberos</dc:title>
  <dc:subject>PptxGenJS Presentation</dc:subject>
  <dc:creator>Bruno Herrera · Brunetticutz</dc:creator>
  <cp:lastModifiedBy>Bruno Herrera · Brunetticutz</cp:lastModifiedBy>
  <cp:revision>1</cp:revision>
  <dcterms:created xsi:type="dcterms:W3CDTF">2026-08-28T20:13:09Z</dcterms:created>
  <dcterms:modified xsi:type="dcterms:W3CDTF">2026-08-28T20:13:09Z</dcterms:modified>
</cp:coreProperties>
</file>